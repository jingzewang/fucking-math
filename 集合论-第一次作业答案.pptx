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470128A-CE4A-492D-8E43-5E5CF724C8A9}" type="slidenum">
              <a:rPr lang="en-US" altLang="zh-CN" smtClean="0"/>
              <a:pPr/>
              <a:t>1</a:t>
            </a:fld>
            <a:endParaRPr lang="en-US" altLang="zh-CN" smtClean="0"/>
          </a:p>
        </p:txBody>
      </p:sp>
      <p:sp>
        <p:nvSpPr>
          <p:cNvPr id="348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第一编  集合论</a:t>
            </a: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习题答案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  6 </a:t>
            </a:r>
          </a:p>
          <a:p>
            <a:pPr eaLnBrk="1" hangingPunct="1"/>
            <a:r>
              <a:rPr lang="en-US" altLang="zh-CN" sz="2000" smtClean="0"/>
              <a:t>(1) 0</a:t>
            </a:r>
            <a:r>
              <a:rPr lang="zh-CN" altLang="en-US" sz="2000" smtClean="0"/>
              <a:t>元子集</a:t>
            </a:r>
            <a:r>
              <a:rPr lang="en-US" altLang="zh-CN" sz="2000" smtClean="0"/>
              <a:t>:</a:t>
            </a:r>
            <a:r>
              <a:rPr lang="en-US" altLang="zh-CN" sz="2000" smtClean="0">
                <a:sym typeface="Symbol" pitchFamily="18" charset="2"/>
              </a:rPr>
              <a:t> 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1</a:t>
            </a:r>
            <a:r>
              <a:rPr lang="zh-CN" altLang="en-US" sz="2000" smtClean="0">
                <a:sym typeface="Symbol" pitchFamily="18" charset="2"/>
              </a:rPr>
              <a:t>元子集</a:t>
            </a:r>
            <a:r>
              <a:rPr lang="en-US" altLang="zh-CN" sz="2000" smtClean="0">
                <a:sym typeface="Symbol" pitchFamily="18" charset="2"/>
              </a:rPr>
              <a:t>: {a}, {b}, {c}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2</a:t>
            </a:r>
            <a:r>
              <a:rPr lang="zh-CN" altLang="en-US" sz="2000" smtClean="0">
                <a:sym typeface="Symbol" pitchFamily="18" charset="2"/>
              </a:rPr>
              <a:t>元子集</a:t>
            </a:r>
            <a:r>
              <a:rPr lang="en-US" altLang="zh-CN" sz="2000" smtClean="0">
                <a:sym typeface="Symbol" pitchFamily="18" charset="2"/>
              </a:rPr>
              <a:t>: {a,b}, {a,c}, {b,c}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3</a:t>
            </a:r>
            <a:r>
              <a:rPr lang="zh-CN" altLang="en-US" sz="2000" smtClean="0">
                <a:sym typeface="Symbol" pitchFamily="18" charset="2"/>
              </a:rPr>
              <a:t>元子集</a:t>
            </a:r>
            <a:r>
              <a:rPr lang="en-US" altLang="zh-CN" sz="2000" smtClean="0">
                <a:sym typeface="Symbol" pitchFamily="18" charset="2"/>
              </a:rPr>
              <a:t>: {a,b,c}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P(A)={, {a}, {b}, {c}, {a,b}, {a,c}, {b,c}, {a,b,c}}</a:t>
            </a:r>
            <a:r>
              <a:rPr lang="en-US" altLang="zh-CN" sz="2000" smtClean="0"/>
              <a:t> </a:t>
            </a:r>
          </a:p>
          <a:p>
            <a:pPr eaLnBrk="1" hangingPunct="1"/>
            <a:endParaRPr lang="en-US" altLang="zh-CN" sz="2000" smtClean="0"/>
          </a:p>
          <a:p>
            <a:pPr eaLnBrk="1" hangingPunct="1"/>
            <a:r>
              <a:rPr lang="en-US" altLang="zh-CN" sz="2000" smtClean="0"/>
              <a:t>(2) 0</a:t>
            </a:r>
            <a:r>
              <a:rPr lang="zh-CN" altLang="en-US" sz="2000" smtClean="0"/>
              <a:t>元子集</a:t>
            </a:r>
            <a:r>
              <a:rPr lang="en-US" altLang="zh-CN" sz="2000" smtClean="0"/>
              <a:t>:</a:t>
            </a:r>
            <a:r>
              <a:rPr lang="en-US" altLang="zh-CN" sz="2000" smtClean="0">
                <a:sym typeface="Symbol" pitchFamily="18" charset="2"/>
              </a:rPr>
              <a:t> 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1</a:t>
            </a:r>
            <a:r>
              <a:rPr lang="zh-CN" altLang="en-US" sz="2000" smtClean="0">
                <a:sym typeface="Symbol" pitchFamily="18" charset="2"/>
              </a:rPr>
              <a:t>元子集</a:t>
            </a:r>
            <a:r>
              <a:rPr lang="en-US" altLang="zh-CN" sz="2000" smtClean="0">
                <a:sym typeface="Symbol" pitchFamily="18" charset="2"/>
              </a:rPr>
              <a:t>: {1}, {{2,3}},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2</a:t>
            </a:r>
            <a:r>
              <a:rPr lang="zh-CN" altLang="en-US" sz="2000" smtClean="0">
                <a:sym typeface="Symbol" pitchFamily="18" charset="2"/>
              </a:rPr>
              <a:t>元子集</a:t>
            </a:r>
            <a:r>
              <a:rPr lang="en-US" altLang="zh-CN" sz="2000" smtClean="0">
                <a:sym typeface="Symbol" pitchFamily="18" charset="2"/>
              </a:rPr>
              <a:t>: {1,{2,3}}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P(A)={, {1}, {{2,3}}, {1,{2,3}}}</a:t>
            </a:r>
            <a:r>
              <a:rPr lang="en-US" altLang="zh-CN" sz="2000" smtClean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783334E-8290-4FE3-81BB-1CA227086E19}" type="slidenum">
              <a:rPr lang="en-US" altLang="zh-CN" smtClean="0"/>
              <a:pPr/>
              <a:t>2</a:t>
            </a:fld>
            <a:endParaRPr lang="en-US" altLang="zh-CN" smtClean="0"/>
          </a:p>
        </p:txBody>
      </p:sp>
      <p:sp>
        <p:nvSpPr>
          <p:cNvPr id="358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第一编  集合论</a:t>
            </a: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习题答案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39850"/>
            <a:ext cx="8351837" cy="5113338"/>
          </a:xfrm>
        </p:spPr>
        <p:txBody>
          <a:bodyPr/>
          <a:lstStyle/>
          <a:p>
            <a:pPr eaLnBrk="1" hangingPunct="1"/>
            <a:r>
              <a:rPr lang="en-US" altLang="zh-CN" smtClean="0"/>
              <a:t>  6 </a:t>
            </a:r>
          </a:p>
          <a:p>
            <a:pPr eaLnBrk="1" hangingPunct="1"/>
            <a:r>
              <a:rPr lang="en-US" altLang="zh-CN" sz="2000" smtClean="0"/>
              <a:t>(3) 0</a:t>
            </a:r>
            <a:r>
              <a:rPr lang="zh-CN" altLang="en-US" sz="2000" smtClean="0"/>
              <a:t>元子集</a:t>
            </a:r>
            <a:r>
              <a:rPr lang="en-US" altLang="zh-CN" sz="2000" smtClean="0"/>
              <a:t>:</a:t>
            </a:r>
            <a:r>
              <a:rPr lang="en-US" altLang="zh-CN" sz="2000" smtClean="0">
                <a:sym typeface="Symbol" pitchFamily="18" charset="2"/>
              </a:rPr>
              <a:t> 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1</a:t>
            </a:r>
            <a:r>
              <a:rPr lang="zh-CN" altLang="en-US" sz="2000" smtClean="0">
                <a:sym typeface="Symbol" pitchFamily="18" charset="2"/>
              </a:rPr>
              <a:t>元子集</a:t>
            </a:r>
            <a:r>
              <a:rPr lang="en-US" altLang="zh-CN" sz="2000" smtClean="0">
                <a:sym typeface="Symbol" pitchFamily="18" charset="2"/>
              </a:rPr>
              <a:t>: {}, {{}}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2</a:t>
            </a:r>
            <a:r>
              <a:rPr lang="zh-CN" altLang="en-US" sz="2000" smtClean="0">
                <a:sym typeface="Symbol" pitchFamily="18" charset="2"/>
              </a:rPr>
              <a:t>元子集</a:t>
            </a:r>
            <a:r>
              <a:rPr lang="en-US" altLang="zh-CN" sz="2000" smtClean="0">
                <a:sym typeface="Symbol" pitchFamily="18" charset="2"/>
              </a:rPr>
              <a:t>: {, {}}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P(A)={, {}, {{}}, {, {}}}</a:t>
            </a:r>
            <a:r>
              <a:rPr lang="en-US" altLang="zh-CN" sz="2000" smtClean="0"/>
              <a:t> </a:t>
            </a:r>
          </a:p>
          <a:p>
            <a:pPr eaLnBrk="1" hangingPunct="1"/>
            <a:r>
              <a:rPr lang="en-US" altLang="zh-CN" sz="2000" smtClean="0"/>
              <a:t>(4) 0</a:t>
            </a:r>
            <a:r>
              <a:rPr lang="zh-CN" altLang="en-US" sz="2000" smtClean="0"/>
              <a:t>元子集</a:t>
            </a:r>
            <a:r>
              <a:rPr lang="en-US" altLang="zh-CN" sz="2000" smtClean="0"/>
              <a:t>:</a:t>
            </a:r>
            <a:r>
              <a:rPr lang="en-US" altLang="zh-CN" sz="2000" smtClean="0">
                <a:sym typeface="Symbol" pitchFamily="18" charset="2"/>
              </a:rPr>
              <a:t> 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1</a:t>
            </a:r>
            <a:r>
              <a:rPr lang="zh-CN" altLang="en-US" sz="2000" smtClean="0">
                <a:sym typeface="Symbol" pitchFamily="18" charset="2"/>
              </a:rPr>
              <a:t>元子集</a:t>
            </a:r>
            <a:r>
              <a:rPr lang="en-US" altLang="zh-CN" sz="2000" smtClean="0">
                <a:sym typeface="Symbol" pitchFamily="18" charset="2"/>
              </a:rPr>
              <a:t>: {{1,2}}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P(A)={, {{1,2}}}</a:t>
            </a:r>
            <a:r>
              <a:rPr lang="en-US" altLang="zh-CN" sz="2000" smtClean="0"/>
              <a:t> </a:t>
            </a:r>
          </a:p>
          <a:p>
            <a:pPr eaLnBrk="1" hangingPunct="1"/>
            <a:r>
              <a:rPr lang="en-US" altLang="zh-CN" sz="2000" smtClean="0"/>
              <a:t>(5) 0</a:t>
            </a:r>
            <a:r>
              <a:rPr lang="zh-CN" altLang="en-US" sz="2000" smtClean="0"/>
              <a:t>元子集</a:t>
            </a:r>
            <a:r>
              <a:rPr lang="en-US" altLang="zh-CN" sz="2000" smtClean="0"/>
              <a:t>:</a:t>
            </a:r>
            <a:r>
              <a:rPr lang="en-US" altLang="zh-CN" sz="2000" smtClean="0">
                <a:sym typeface="Symbol" pitchFamily="18" charset="2"/>
              </a:rPr>
              <a:t> 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1</a:t>
            </a:r>
            <a:r>
              <a:rPr lang="zh-CN" altLang="en-US" sz="2000" smtClean="0">
                <a:sym typeface="Symbol" pitchFamily="18" charset="2"/>
              </a:rPr>
              <a:t>元子集</a:t>
            </a:r>
            <a:r>
              <a:rPr lang="en-US" altLang="zh-CN" sz="2000" smtClean="0">
                <a:sym typeface="Symbol" pitchFamily="18" charset="2"/>
              </a:rPr>
              <a:t>: {{1, }}, {1}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2</a:t>
            </a:r>
            <a:r>
              <a:rPr lang="zh-CN" altLang="en-US" sz="2000" smtClean="0">
                <a:sym typeface="Symbol" pitchFamily="18" charset="2"/>
              </a:rPr>
              <a:t>元子集</a:t>
            </a:r>
            <a:r>
              <a:rPr lang="en-US" altLang="zh-CN" sz="2000" smtClean="0">
                <a:sym typeface="Symbol" pitchFamily="18" charset="2"/>
              </a:rPr>
              <a:t>: {{1, }, 1}</a:t>
            </a:r>
          </a:p>
          <a:p>
            <a:pPr eaLnBrk="1" hangingPunct="1"/>
            <a:r>
              <a:rPr lang="en-US" altLang="zh-CN" sz="2000" smtClean="0">
                <a:sym typeface="Symbol" pitchFamily="18" charset="2"/>
              </a:rPr>
              <a:t>      P(A)={, {{1, }}, {1}, {{1, }, 1}}</a:t>
            </a:r>
            <a:r>
              <a:rPr lang="en-US" altLang="zh-CN" sz="2000" smtClean="0"/>
              <a:t> </a:t>
            </a:r>
          </a:p>
          <a:p>
            <a:pPr eaLnBrk="1" hangingPunct="1"/>
            <a:endParaRPr lang="en-US" altLang="zh-CN" sz="20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0C69F05-EDFF-49E5-8381-21DA8B52167D}" type="slidenum">
              <a:rPr lang="en-US" altLang="zh-CN" smtClean="0"/>
              <a:pPr/>
              <a:t>3</a:t>
            </a:fld>
            <a:endParaRPr lang="en-US" altLang="zh-CN" smtClean="0"/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第一编  集合论</a:t>
            </a: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习题答案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39850"/>
            <a:ext cx="8351837" cy="5113338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CN" smtClean="0"/>
              <a:t>8</a:t>
            </a:r>
          </a:p>
          <a:p>
            <a:pPr eaLnBrk="1" hangingPunct="1"/>
            <a:r>
              <a:rPr lang="en-US" altLang="zh-CN" smtClean="0"/>
              <a:t>(1)={4}; (2)={1,3,5}; (3)={2,3,4,5}; (4)={2,3,4,5}; (5)={</a:t>
            </a:r>
            <a:r>
              <a:rPr lang="en-US" altLang="zh-CN" smtClean="0">
                <a:sym typeface="Symbol" pitchFamily="18" charset="2"/>
              </a:rPr>
              <a:t>,{4}</a:t>
            </a:r>
            <a:r>
              <a:rPr lang="en-US" altLang="zh-CN" smtClean="0"/>
              <a:t>}; (6)={{1},{1,4}}</a:t>
            </a:r>
          </a:p>
          <a:p>
            <a:pPr eaLnBrk="1" hangingPunct="1"/>
            <a:r>
              <a:rPr lang="en-US" altLang="zh-CN" smtClean="0"/>
              <a:t>10</a:t>
            </a:r>
          </a:p>
          <a:p>
            <a:pPr eaLnBrk="1" hangingPunct="1"/>
            <a:r>
              <a:rPr lang="en-US" altLang="zh-CN" smtClean="0"/>
              <a:t>(1),(2),(4),(5)</a:t>
            </a:r>
            <a:r>
              <a:rPr lang="zh-CN" altLang="en-US" smtClean="0"/>
              <a:t>正确，其余错误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15</a:t>
            </a:r>
          </a:p>
          <a:p>
            <a:pPr eaLnBrk="1" hangingPunct="1"/>
            <a:r>
              <a:rPr lang="en-US" altLang="zh-CN" smtClean="0"/>
              <a:t>A=B=D=G; C=F=H</a:t>
            </a:r>
          </a:p>
          <a:p>
            <a:pPr eaLnBrk="1" hangingPunct="1"/>
            <a:r>
              <a:rPr lang="en-US" altLang="zh-CN" smtClean="0"/>
              <a:t>16</a:t>
            </a:r>
          </a:p>
          <a:p>
            <a:pPr eaLnBrk="1" hangingPunct="1"/>
            <a:r>
              <a:rPr lang="en-US" altLang="zh-CN" smtClean="0"/>
              <a:t>(1)={3,4,{3},{4}}; (2)=</a:t>
            </a:r>
            <a:r>
              <a:rPr lang="en-US" altLang="zh-CN" smtClean="0">
                <a:sym typeface="Symbol" pitchFamily="18" charset="2"/>
              </a:rPr>
              <a:t> ; (3)={,{}}</a:t>
            </a:r>
            <a:endParaRPr lang="en-US" altLang="zh-CN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PresentationFormat>全屏显示(4:3)</PresentationFormat>
  <Paragraphs>40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习题答案</vt:lpstr>
      <vt:lpstr>习题答案</vt:lpstr>
      <vt:lpstr>习题答案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习题答案</dc:title>
  <dc:creator>zhigang</dc:creator>
  <cp:lastModifiedBy>zhigang</cp:lastModifiedBy>
  <cp:revision>2</cp:revision>
  <dcterms:created xsi:type="dcterms:W3CDTF">2019-10-21T01:08:19Z</dcterms:created>
  <dcterms:modified xsi:type="dcterms:W3CDTF">2019-10-21T01:24:09Z</dcterms:modified>
</cp:coreProperties>
</file>